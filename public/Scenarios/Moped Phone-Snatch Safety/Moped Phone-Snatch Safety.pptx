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58c-a842-8db8-8000-000057a29987.png?kimi-sig=zMPayJgiawPQky1mjHEFGTGL988fyxq9L203a59pY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18:39:30-d4qlioj1cvfds52ddg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0087" y="9092059"/>
            <a:ext cx="5144117" cy="1350331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598-6972-8776-8000-0000da5a4b1c.png?kimi-sig=0xR2X5HruJusF9l0EUQoLmxhRrC_zQb01ghVZsor5Q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19:05:34-d4qluvgpe77oqhevcoa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2212" y="9361212"/>
            <a:ext cx="925788" cy="92578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598-3752-8535-8000-0000e16daf84.png?kimi-sig=9TfQX6NGfmXKx3sKgJUxOGDBhdHLkFHoNvh-N52OQi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19:06:15-d4qlv9racc4b61jsdh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6898" y="9295898"/>
            <a:ext cx="991102" cy="991102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596-0222-83e8-8000-00003207a77d.png?kimi-sig=bpMnQM1GQT_6yoZiqzqSzjf8XFFUrdRRwsoeJRGZ6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19:06:15-d4qlv9racc4b61jsdh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6898" y="9295898"/>
            <a:ext cx="991102" cy="991102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595-fcd2-8e6f-8000-0000015e7af5.png?kimi-sig=jTGBnz_7B0zB7meIUhM2VicCMUA89RtwrwYAQJQcBK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19:06:15-d4qlv9racc4b61jsdh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6898" y="9295898"/>
            <a:ext cx="991102" cy="991102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f859a-3a12-8a3e-8000-00001cfca0ef.png?kimi-sig=vDfKxJvpqSDjVqeWR2xEDsQ9yYZ5m1rKTjRsHCfkz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https://kimi-img.moonshot.cn/pub/slides/25-12-07-19:06:15-d4qlv9racc4b61jsdh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6898" y="9295898"/>
            <a:ext cx="991102" cy="991102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Moped Phone-Snatch Safety</dc:title>
  <dc:subject>Moped Phone-Snatch Safety</dc:subject>
  <dc:creator>Kimi</dc:creator>
  <cp:lastModifiedBy>Kimi</cp:lastModifiedBy>
  <cp:revision>1</cp:revision>
  <dcterms:created xsi:type="dcterms:W3CDTF">2025-12-07T11:08:26Z</dcterms:created>
  <dcterms:modified xsi:type="dcterms:W3CDTF">2025-12-07T11:08:26Z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{"Label":"Moped Phone-Snatch Safety","ContentProducer":"001191110108MACG2KBH8F10000","ProduceID":"d4qlc4os8jdr26u99150","ReservedCode1":"","ContentPropagator":"001191110108MACG2KBH8F20000","PropagateID":"d4qlc4os8jdr26u99150","ReservedCode2":""}</vt:lpwstr>
  </property>
</Properties>
</file>