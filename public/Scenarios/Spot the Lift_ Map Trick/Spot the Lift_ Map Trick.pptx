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10-7702-84ce-8000-00005ebc863e.png?kimi-sig=W7AB7Wi0Yk-J0tTZINdd-QJtK7q1rYbJZxyTApuHOY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53:07-d4qq5oqi597aq2mltd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571" y="9663589"/>
            <a:ext cx="2665186" cy="69961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19-f142-8336-8000-0000ccd0e6d4.png?kimi-sig=abF8KhMK0NPdvj8B0_tU4KTehTYzigv3uRmI-dcwq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52:20-d4qq5d223rd9bpbgqaq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010" y="9603913"/>
            <a:ext cx="687526" cy="68752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24-66c2-8708-8000-0000bbaf4bc2.png?kimi-sig=C7mGfI-9B6NP_ImqzFgha7rmrEmik9Jk_AVvd9VJ7l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52:20-d4qq5d223rd9bpbgqaq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010" y="9603913"/>
            <a:ext cx="687526" cy="68752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1d-91c2-8b0a-8000-000051d98b59.png?kimi-sig=1GIlZZQN7g8Y_dJs8UkWk05XmQWjMO9LnhKEdTki3_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52:20-d4qq5d223rd9bpbgqaq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010" y="9603913"/>
            <a:ext cx="687526" cy="68752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15-91c2-8b60-8000-00006211eb7a.png?kimi-sig=9wfMDSfaNESGY6oqc1BNRwhqQOZbFXXDzEcR5H7jBe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52:20-d4qq5d223rd9bpbgqaq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010" y="9603913"/>
            <a:ext cx="687526" cy="68752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816-55f2-8292-8000-0000500decd4.png?kimi-sig=cTBOZShYJc8bOloHJApAyAOiKb2o7JJe_yCzFeutv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52:20-d4qq5d223rd9bpbgqaq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010" y="9603913"/>
            <a:ext cx="687526" cy="68752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the Lift: Map Trick</dc:title>
  <dc:subject>Spot the Lift: Map Trick</dc:subject>
  <dc:creator>Kimi</dc:creator>
  <cp:lastModifiedBy>Kimi</cp:lastModifiedBy>
  <cp:revision>1</cp:revision>
  <dcterms:created xsi:type="dcterms:W3CDTF">2025-12-07T15:54:33Z</dcterms:created>
  <dcterms:modified xsi:type="dcterms:W3CDTF">2025-12-07T15:54:33Z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{"Label":"Spot the Lift: Map Trick","ContentProducer":"001191110108MACG2KBH8F10000","ProduceID":"d4qq3lb3kdlhraieisr0","ReservedCode1":"","ContentPropagator":"001191110108MACG2KBH8F20000","PropagateID":"d4qq3lb3kdlhraieisr0","ReservedCode2":""}</vt:lpwstr>
  </property>
</Properties>
</file>