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8288000" cy="10287000"/>
  <p:notesSz cx="10287000" cy="1828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f89a8-78e2-88d2-8000-000070ead01f.png?kimi-sig=PMyYvpVkIr2yEeLXQQjDi4oXOqMdY5-ZNotoFPm1FY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https://kimi-img.moonshot.cn/pub/slides/25-12-07-23:01:29-d4qpdif2ekfrerbcm7h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3985" y="9338375"/>
            <a:ext cx="4225583" cy="1109216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f89b6-c0b2-8eea-8000-00001172f5f7.png?kimi-sig=dFHG85WHnuqLqetRRitP9FN6P81HR5rSn9YdSU-9nO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https://kimi-img.moonshot.cn/pub/slides/25-12-07-23:00:50-d4qpd8i5hvlr4782pui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72126" y="9093447"/>
            <a:ext cx="1109216" cy="1109216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f89b2-2152-8010-8000-0000379019dd.png?kimi-sig=G1nASnCLGvEVjy8dvXTP8Qi-pwH9lAcwRMPlTGzJeB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https://kimi-img.moonshot.cn/pub/slides/25-12-07-23:00:50-d4qpd8i5hvlr4782pui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72126" y="9093447"/>
            <a:ext cx="1109216" cy="1109216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f89b3-1772-880c-8000-00001a8e9dfc.png?kimi-sig=PnVWx32F-Amhv46ZvlO49RlocnDwy1uFRIw7Jm3StZ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https://kimi-img.moonshot.cn/pub/slides/25-12-07-23:00:50-d4qpd8i5hvlr4782pui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72126" y="9093447"/>
            <a:ext cx="1109216" cy="1109216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f89b1-8e12-8ebb-8000-0000912b081d.png?kimi-sig=o4devG91HCLWlu7YJpRHKfiinX5mKEdY01YW7s67a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https://kimi-img.moonshot.cn/pub/slides/25-12-07-23:00:50-d4qpd8i5hvlr4782pui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72126" y="9093447"/>
            <a:ext cx="1109216" cy="1109216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f89b2-89c2-811b-8000-000082a51b6c.png?kimi-sig=J8J9n7rO5qhhpLuWs6rwR-ZP78kihjRsxeHIN7b7Ed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https://kimi-img.moonshot.cn/pub/slides/25-12-07-23:00:50-d4qpd8i5hvlr4782pui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72126" y="9093447"/>
            <a:ext cx="1109216" cy="1109216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f89c0-ccd2-8067-8000-0000a47207cb.png?kimi-sig=j7yYtyyQWak3r26jeI8P26akTMk3csWUhxJyWWHQ3p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https://kimi-img.moonshot.cn/pub/slides/25-12-07-23:00:50-d4qpd8i5hvlr4782pui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72126" y="9093447"/>
            <a:ext cx="1109216" cy="1109216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Street Phone-Snatch Safety Guide</dc:title>
  <dc:subject>Street Phone-Snatch Safety Guide</dc:subject>
  <dc:creator>Kimi</dc:creator>
  <cp:lastModifiedBy>Kimi</cp:lastModifiedBy>
  <cp:revision>1</cp:revision>
  <dcterms:created xsi:type="dcterms:W3CDTF">2025-12-07T15:06:27Z</dcterms:created>
  <dcterms:modified xsi:type="dcterms:W3CDTF">2025-12-07T15:06:27Z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{"Label":"Street Phone-Snatch Safety Guide","ContentProducer":"001191110108MACG2KBH8F10000","ProduceID":"d4qmdfracc4b61jskmqg","ReservedCode1":"","ContentPropagator":"001191110108MACG2KBH8F20000","PropagateID":"d4qmdfracc4b61jskmqg","ReservedCode2":""}</vt:lpwstr>
  </property>
</Properties>
</file>