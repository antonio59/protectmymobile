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94-4222-8c19-8000-00005d9b1dfd.png?kimi-sig=O0B_1cvDjwfmiZY9DO3PhIBeI12tTwmn0Xb19PkC6W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7:27-d4qqlrpg4pnoa0arvb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314" y="9336314"/>
            <a:ext cx="950686" cy="95068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a0-bbd2-8f61-8000-0000c13f2089.png?kimi-sig=MMxpzPoYWWwx3mB4lysVUm_lQSg2rSI-vut-Im_5q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6:13-d4qql9e6s4t4tl6o9m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21" y="9581718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a1-f792-8cfe-8000-00006e463a55.png?kimi-sig=S_8Z95Cm-am1YhfeSkjN-fgvj_IwoRdFN4bu1TBQu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6:13-d4qql9e6s4t4tl6o9m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21" y="9581718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a2-f812-8547-8000-0000029117ff.png?kimi-sig=ZV_jwB292y2BTK0tLgx0lRg4ipvOuJlmAeS8-r6tbs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6:13-d4qql9e6s4t4tl6o9m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21" y="9581718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a1-6012-8b4c-8000-00001f20cbd8.png?kimi-sig=ZgXHGGH1LouhCnEI6h5QMShO_u052dAHKR7HemoXo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6:13-d4qql9e6s4t4tl6o9m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21" y="9581718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9a1-9942-8bde-8000-0000ec714605.png?kimi-sig=NIYILItC_acUHbFV3uBxM1l0NSdf_bMkFb5DlJFBVG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26:13-d4qql9e6s4t4tl6o9m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21" y="9581718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Nightlife Phone Safety</dc:title>
  <dc:subject>Nightlife Phone Safety</dc:subject>
  <dc:creator>Kimi</dc:creator>
  <cp:lastModifiedBy>Kimi</cp:lastModifiedBy>
  <cp:revision>1</cp:revision>
  <dcterms:created xsi:type="dcterms:W3CDTF">2025-12-07T16:27:45Z</dcterms:created>
  <dcterms:modified xsi:type="dcterms:W3CDTF">2025-12-07T16:27:45Z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{"Label":"Nightlife Phone Safety","ContentProducer":"001191110108MACG2KBH8F10000","ProduceID":"d4qqg4i23rd9bpbgtr40","ReservedCode1":"","ContentPropagator":"001191110108MACG2KBH8F20000","PropagateID":"d4qqg4i23rd9bpbgtr40","ReservedCode2":""}</vt:lpwstr>
  </property>
</Properties>
</file>