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96cb-4cc2-8abc-8000-0000ea60c8b9.png?kimi-sig=WRWwvukfvAkik7FD_PO3zFSSqint6F7maLOVIMMv2R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https://kimi-img.moonshot.cn/pub/slides/25-12-07-23:40:31-d4qpvrprqpme5o3ate8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4243" y="9688490"/>
            <a:ext cx="2632529" cy="691039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96d6-c892-8b78-8000-000002b8a8f1.png?kimi-sig=bbW1pXvHkWKqC3w6NyMCo4LO24DjGwJrA6T728bp_w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https://kimi-img.moonshot.cn/pub/slides/25-12-07-23:39:41-d4qpvfa5hvlr47831qp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2845" y="9515136"/>
            <a:ext cx="776303" cy="776303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96d6-4652-88b2-8000-00007fb86b66.png?kimi-sig=cB9dUWc0hEtrj5yzpV-DyVQfv20yDHWqYr9V7vfiL_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https://kimi-img.moonshot.cn/pub/slides/25-12-07-23:39:41-d4qpvfa5hvlr47831qp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2845" y="9515136"/>
            <a:ext cx="776303" cy="776303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96da-8c42-845c-8000-0000f80bf6ed.png?kimi-sig=QgihZLHj4U6qP-INa2LniLb1nSpbWqYojHoMbjjfXK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https://kimi-img.moonshot.cn/pub/slides/25-12-07-23:39:41-d4qpvfa5hvlr47831qp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2845" y="9515136"/>
            <a:ext cx="776303" cy="776303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96d7-07a2-831c-8000-000031942af2.png?kimi-sig=6PzXmBDr1hP7uVVbMnlf5-7M8Lrr2tZLkDgtlWSyN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https://kimi-img.moonshot.cn/pub/slides/25-12-07-23:39:41-d4qpvfa5hvlr47831qp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2845" y="9515136"/>
            <a:ext cx="776303" cy="776303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96d8-ff52-869f-8000-0000f3cec957.png?kimi-sig=oPGmt0PNtwcabi39-jiXzRyfV9SisrCnpbnyZ89ED5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https://kimi-img.moonshot.cn/pub/slides/25-12-07-23:39:41-d4qpvfa5hvlr47831qp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2845" y="9515136"/>
            <a:ext cx="776303" cy="776303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96ed-bc92-808b-8000-0000ef95d219.png?kimi-sig=4UT-CgsaiLoOqdpacp_f0DyDM9b6kAAQNqH6x2EBRZ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https://kimi-img.moonshot.cn/pub/slides/25-12-07-23:39:41-d4qpvfa5hvlr47831qp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2845" y="9515136"/>
            <a:ext cx="776303" cy="776303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96e3-75b2-81df-8000-000020ecb99e.png?kimi-sig=xmmxS1ldwloJuN5lmHEXbwheKVIBFEotukiGHk3wUe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https://kimi-img.moonshot.cn/pub/slides/25-12-07-23:39:41-d4qpvfa5hvlr47831qp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2845" y="9515136"/>
            <a:ext cx="776303" cy="776303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Stay Secure on Public Transport</dc:title>
  <dc:subject>Stay Secure on Public Transport</dc:subject>
  <dc:creator>Kimi</dc:creator>
  <cp:lastModifiedBy>Kimi</cp:lastModifiedBy>
  <cp:revision>1</cp:revision>
  <dcterms:created xsi:type="dcterms:W3CDTF">2025-12-07T15:40:54Z</dcterms:created>
  <dcterms:modified xsi:type="dcterms:W3CDTF">2025-12-07T15:40:54Z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{"Label":"Stay Secure on Public Transport","ContentProducer":"001191110108MACG2KBH8F10000","ProduceID":"d4qpp7737oq2i2h1m2t0","ReservedCode1":"","ContentPropagator":"001191110108MACG2KBH8F20000","PropagateID":"d4qpp7737oq2i2h1m2t0","ReservedCode2":""}</vt:lpwstr>
  </property>
</Properties>
</file>