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7b4-6fd2-8276-8000-00002dd78fdf.png?kimi-sig=oySx7t5UuCT9rSetxR0WetSRdQImaXaUoPgDjoCOaZ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46:35-d4qq2mr3kdlhraieih5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4071" y="9694749"/>
            <a:ext cx="2567214" cy="673894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7bf-b5d2-8e5a-8000-0000fded20cd.png?kimi-sig=5CssMnIqW3m3xk_qNGf4bDOsWtiSk5jJRlD2qr-4Ao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45:02-d4qq1vgl3dc61qe05v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8456" y="9448553"/>
            <a:ext cx="820691" cy="82069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7ba-bca2-83b1-8000-000055dd5f00.png?kimi-sig=Ho5mKuySr36Odl06dI5OX3drjj_-99t55qbckO639a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45:02-d4qq1vgl3dc61qe05v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8456" y="9448553"/>
            <a:ext cx="820691" cy="82069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7c0-f4b2-86a4-8000-0000e5decca9.png?kimi-sig=e2iYrHdKYxJzFehAFOOqklVAIpp9HKcuy51p1T_XUP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45:02-d4qq1vgl3dc61qe05v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8456" y="9448553"/>
            <a:ext cx="820691" cy="82069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7bf-4312-8ae5-8000-0000af015799.png?kimi-sig=Jwkha8xgF9R4LHaWnRrKEacYx1Y9BKHQsPAbN_xWYU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45:02-d4qq1vgl3dc61qe05v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8456" y="9448553"/>
            <a:ext cx="820691" cy="82069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7be-1ba2-8e0e-8000-000060155d58.png?kimi-sig=iBXrC28GPXVNeFlA-tOqh0K_HFmIDMPYEDYBN9yhST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45:02-d4qq1vgl3dc61qe05v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8456" y="9448553"/>
            <a:ext cx="820691" cy="82069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Café Phone-Safety Snapshot</dc:title>
  <dc:subject>Café Phone-Safety Snapshot</dc:subject>
  <dc:creator>Kimi</dc:creator>
  <cp:lastModifiedBy>Kimi</cp:lastModifiedBy>
  <cp:revision>1</cp:revision>
  <dcterms:created xsi:type="dcterms:W3CDTF">2025-12-07T15:47:16Z</dcterms:created>
  <dcterms:modified xsi:type="dcterms:W3CDTF">2025-12-07T15:47:16Z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{"Label":"Café Phone-Safety Snapshot","ContentProducer":"001191110108MACG2KBH8F10000","ProduceID":"d4qq0r8pe77oqhf1hdf0","ReservedCode1":"","ContentPropagator":"001191110108MACG2KBH8F20000","PropagateID":"d4qq0r8pe77oqhf1hdf0","ReservedCode2":""}</vt:lpwstr>
  </property>
</Properties>
</file>