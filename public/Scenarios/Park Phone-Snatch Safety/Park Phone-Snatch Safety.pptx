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881-2f22-80a9-8000-0000e53e3a3c.png?kimi-sig=HsykVZq2cAOeYGqWMSLTWxAi7Ji8N2Kw4x-LhWguR3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8-00:04:28-d4qqb360ftlp7escvle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6029" y="9593376"/>
            <a:ext cx="3057071" cy="802481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88c-49f2-821b-8000-0000e845f814.png?kimi-sig=TrP_CJM93imU9WR_OsmEG4nCmeBmvsV-ZI5cDeL51k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8-00:03:49-d4qqapai597aq2mlv3m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7233" y="9537330"/>
            <a:ext cx="820691" cy="820691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88c-4462-8e19-8000-000055f19639.png?kimi-sig=_cP6Rnns3vCUBTHdB4ROTS-hPOeEj-WW0R-krxMiX8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8-00:03:49-d4qqapai597aq2mlv3m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7233" y="9537330"/>
            <a:ext cx="820691" cy="820691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88c-e802-8950-8000-0000993e123f.png?kimi-sig=wYn80JoX5XO0Mm_U0YZ3KsZHGrBqT7d7fmO-M3NKQ2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8-00:03:49-d4qqapai597aq2mlv3m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7233" y="9537330"/>
            <a:ext cx="820691" cy="820691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88b-36d2-847b-8000-0000f7aab310.png?kimi-sig=btIJQ2t1DGv9rsG9TipOXZ_CoW3m5zYllg_NPXr-WX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8-00:03:49-d4qqapai597aq2mlv3m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7233" y="9537330"/>
            <a:ext cx="820691" cy="820691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88e-6bd2-8ba3-8000-000007e703fe.png?kimi-sig=gKHS0SRAYf4SkYP0QPeZNh-keac52BP7IO2-4Z7lGy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8-00:03:49-d4qqapai597aq2mlv3m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7233" y="9537330"/>
            <a:ext cx="820691" cy="820691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 Phone-Snatch Safety</dc:title>
  <dc:subject>Park Phone-Snatch Safety</dc:subject>
  <dc:creator>Kimi</dc:creator>
  <cp:lastModifiedBy>Kimi</cp:lastModifiedBy>
  <cp:revision>1</cp:revision>
  <dcterms:created xsi:type="dcterms:W3CDTF">2025-12-07T16:04:59Z</dcterms:created>
  <dcterms:modified xsi:type="dcterms:W3CDTF">2025-12-07T16:04:59Z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{"Label":"Park Phone-Snatch Safety","ContentProducer":"001191110108MACG2KBH8F10000","ProduceID":"d4qq7c0pe77oqhf1jnjg","ReservedCode1":"","ContentPropagator":"001191110108MACG2KBH8F20000","PropagateID":"d4qq7c0pe77oqhf1jnjg","ReservedCode2":""}</vt:lpwstr>
  </property>
</Properties>
</file>