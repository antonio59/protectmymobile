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5c2-0262-8cd5-8000-0000b7864216.png?kimi-sig=C_Kpwq_r5QET4tdfUC1f8YEHrQCSr_uR_smkfP0USZ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5cd-f832-8824-8000-0000d113935f.png?kimi-sig=7IinFD2fPjPvLDzMmm0salxzwxhQDnQKTi7bt6gcAU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5cd-08a2-87de-8000-0000473ddf83.png?kimi-sig=y4CbalvOKV8BbZmhOD0ZXR_lqgdOG0rzAFfmBZfPR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5cc-3d62-886a-8000-00004edaaeca.png?kimi-sig=vM5AxN0KcXxPYKtNZddJgUz2_xUSfqC7wlqRTqqrJP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5d1-4592-8652-8000-00002d9be41a.png?kimi-sig=P9-hsTGyde4pU8pE77hTmUXVpYnKgEz-1NqABmFRxH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95d0-a672-88a2-8000-0000f63e64f9.png?kimi-sig=GWt4nT6p2-XgluTXJKPXaI3VjDfjY61BnKJbTm8pXH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Beat the Bump-and-Grab</dc:title>
  <dc:subject>Beat the Bump-and-Grab</dc:subject>
  <dc:creator>Kimi</dc:creator>
  <cp:lastModifiedBy>Kimi</cp:lastModifiedBy>
  <cp:revision>1</cp:revision>
  <dcterms:created xsi:type="dcterms:W3CDTF">2025-12-07T15:17:18Z</dcterms:created>
  <dcterms:modified xsi:type="dcterms:W3CDTF">2025-12-07T15:17:18Z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{"Label":"Beat the Bump-and-Grab","ContentProducer":"001191110108MACG2KBH8F10000","ProduceID":"d4qpgs25hvlr4782rjf0","ReservedCode1":"","ContentPropagator":"001191110108MACG2KBH8F20000","PropagateID":"d4qpgs25hvlr4782rjf0","ReservedCode2":""}</vt:lpwstr>
  </property>
</Properties>
</file>